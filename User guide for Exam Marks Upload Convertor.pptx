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63" r:id="rId3"/>
    <p:sldId id="277" r:id="rId4"/>
    <p:sldId id="278" r:id="rId5"/>
    <p:sldId id="279" r:id="rId6"/>
    <p:sldId id="274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5B5BA-DC1B-42FA-9F13-016C18757769}" v="11" dt="2026-03-02T09:37:26.448"/>
    <p1510:client id="{E7A33FDF-43CF-3D0E-4BBF-4BF03C6F5CC1}" v="1" dt="2026-03-02T10:01:34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us Moo" userId="be5a403d-c14b-40db-8bbe-012a2e0d4c85" providerId="ADAL" clId="{A473C671-05FA-435F-8952-D89F83011AC0}"/>
    <pc:docChg chg="undo redo custSel addSld delSld modSld sldOrd">
      <pc:chgData name="Angus Moo" userId="be5a403d-c14b-40db-8bbe-012a2e0d4c85" providerId="ADAL" clId="{A473C671-05FA-435F-8952-D89F83011AC0}" dt="2026-03-02T09:54:15.278" v="857" actId="20577"/>
      <pc:docMkLst>
        <pc:docMk/>
      </pc:docMkLst>
      <pc:sldChg chg="addSp delSp modSp mod">
        <pc:chgData name="Angus Moo" userId="be5a403d-c14b-40db-8bbe-012a2e0d4c85" providerId="ADAL" clId="{A473C671-05FA-435F-8952-D89F83011AC0}" dt="2026-03-02T09:19:34.344" v="140" actId="208"/>
        <pc:sldMkLst>
          <pc:docMk/>
          <pc:sldMk cId="1184519181" sldId="280"/>
        </pc:sldMkLst>
        <pc:spChg chg="mod">
          <ac:chgData name="Angus Moo" userId="be5a403d-c14b-40db-8bbe-012a2e0d4c85" providerId="ADAL" clId="{A473C671-05FA-435F-8952-D89F83011AC0}" dt="2026-03-02T09:19:06.417" v="134" actId="20577"/>
          <ac:spMkLst>
            <pc:docMk/>
            <pc:sldMk cId="1184519181" sldId="280"/>
            <ac:spMk id="4" creationId="{1C8B1A77-F006-14B7-C5B2-65D926D89F55}"/>
          </ac:spMkLst>
        </pc:spChg>
        <pc:spChg chg="add del mod">
          <ac:chgData name="Angus Moo" userId="be5a403d-c14b-40db-8bbe-012a2e0d4c85" providerId="ADAL" clId="{A473C671-05FA-435F-8952-D89F83011AC0}" dt="2026-03-02T09:16:58.675" v="3" actId="22"/>
          <ac:spMkLst>
            <pc:docMk/>
            <pc:sldMk cId="1184519181" sldId="280"/>
            <ac:spMk id="5" creationId="{91C0F7A8-6C02-A167-79FD-CE520138DC8D}"/>
          </ac:spMkLst>
        </pc:spChg>
        <pc:spChg chg="add mod">
          <ac:chgData name="Angus Moo" userId="be5a403d-c14b-40db-8bbe-012a2e0d4c85" providerId="ADAL" clId="{A473C671-05FA-435F-8952-D89F83011AC0}" dt="2026-03-02T09:18:13.724" v="17" actId="14100"/>
          <ac:spMkLst>
            <pc:docMk/>
            <pc:sldMk cId="1184519181" sldId="280"/>
            <ac:spMk id="12" creationId="{7B751B31-9AAB-B781-DF03-F62D5CCD78A9}"/>
          </ac:spMkLst>
        </pc:spChg>
        <pc:spChg chg="mod">
          <ac:chgData name="Angus Moo" userId="be5a403d-c14b-40db-8bbe-012a2e0d4c85" providerId="ADAL" clId="{A473C671-05FA-435F-8952-D89F83011AC0}" dt="2026-03-02T09:17:33.406" v="12" actId="14100"/>
          <ac:spMkLst>
            <pc:docMk/>
            <pc:sldMk cId="1184519181" sldId="280"/>
            <ac:spMk id="28" creationId="{A7A531B5-4CF4-5FAB-85EF-C3099AD1EB74}"/>
          </ac:spMkLst>
        </pc:spChg>
        <pc:picChg chg="add mod ord">
          <ac:chgData name="Angus Moo" userId="be5a403d-c14b-40db-8bbe-012a2e0d4c85" providerId="ADAL" clId="{A473C671-05FA-435F-8952-D89F83011AC0}" dt="2026-03-02T09:17:26.155" v="10" actId="1076"/>
          <ac:picMkLst>
            <pc:docMk/>
            <pc:sldMk cId="1184519181" sldId="280"/>
            <ac:picMk id="7" creationId="{B7F14A1E-A825-AA45-7886-79038DD45FA7}"/>
          </ac:picMkLst>
        </pc:picChg>
        <pc:picChg chg="del">
          <ac:chgData name="Angus Moo" userId="be5a403d-c14b-40db-8bbe-012a2e0d4c85" providerId="ADAL" clId="{A473C671-05FA-435F-8952-D89F83011AC0}" dt="2026-03-02T09:16:54.618" v="0" actId="478"/>
          <ac:picMkLst>
            <pc:docMk/>
            <pc:sldMk cId="1184519181" sldId="280"/>
            <ac:picMk id="8" creationId="{EFEB3549-D194-86EB-D1EE-C203F52A9448}"/>
          </ac:picMkLst>
        </pc:picChg>
        <pc:cxnChg chg="mod">
          <ac:chgData name="Angus Moo" userId="be5a403d-c14b-40db-8bbe-012a2e0d4c85" providerId="ADAL" clId="{A473C671-05FA-435F-8952-D89F83011AC0}" dt="2026-03-02T09:19:13.499" v="135" actId="14100"/>
          <ac:cxnSpMkLst>
            <pc:docMk/>
            <pc:sldMk cId="1184519181" sldId="280"/>
            <ac:cxnSpMk id="11" creationId="{09A7C9FA-335D-2568-E958-F2AA3124A292}"/>
          </ac:cxnSpMkLst>
        </pc:cxnChg>
        <pc:cxnChg chg="add mod">
          <ac:chgData name="Angus Moo" userId="be5a403d-c14b-40db-8bbe-012a2e0d4c85" providerId="ADAL" clId="{A473C671-05FA-435F-8952-D89F83011AC0}" dt="2026-03-02T09:19:34.344" v="140" actId="208"/>
          <ac:cxnSpMkLst>
            <pc:docMk/>
            <pc:sldMk cId="1184519181" sldId="280"/>
            <ac:cxnSpMk id="14" creationId="{45E26954-6802-637C-ACD0-56ADD651BA17}"/>
          </ac:cxnSpMkLst>
        </pc:cxnChg>
        <pc:cxnChg chg="mod">
          <ac:chgData name="Angus Moo" userId="be5a403d-c14b-40db-8bbe-012a2e0d4c85" providerId="ADAL" clId="{A473C671-05FA-435F-8952-D89F83011AC0}" dt="2026-03-02T09:17:33.406" v="12" actId="14100"/>
          <ac:cxnSpMkLst>
            <pc:docMk/>
            <pc:sldMk cId="1184519181" sldId="280"/>
            <ac:cxnSpMk id="32" creationId="{937B584C-E2E2-66A4-97D6-42682F21E899}"/>
          </ac:cxnSpMkLst>
        </pc:cxnChg>
      </pc:sldChg>
      <pc:sldChg chg="addSp delSp modSp mod">
        <pc:chgData name="Angus Moo" userId="be5a403d-c14b-40db-8bbe-012a2e0d4c85" providerId="ADAL" clId="{A473C671-05FA-435F-8952-D89F83011AC0}" dt="2026-03-02T09:20:29.610" v="147" actId="1076"/>
        <pc:sldMkLst>
          <pc:docMk/>
          <pc:sldMk cId="3508112563" sldId="281"/>
        </pc:sldMkLst>
        <pc:picChg chg="add mod">
          <ac:chgData name="Angus Moo" userId="be5a403d-c14b-40db-8bbe-012a2e0d4c85" providerId="ADAL" clId="{A473C671-05FA-435F-8952-D89F83011AC0}" dt="2026-03-02T09:20:29.610" v="147" actId="1076"/>
          <ac:picMkLst>
            <pc:docMk/>
            <pc:sldMk cId="3508112563" sldId="281"/>
            <ac:picMk id="5" creationId="{2005865A-D0FF-0AAB-4D88-0B53C81B7840}"/>
          </ac:picMkLst>
        </pc:picChg>
        <pc:picChg chg="mod">
          <ac:chgData name="Angus Moo" userId="be5a403d-c14b-40db-8bbe-012a2e0d4c85" providerId="ADAL" clId="{A473C671-05FA-435F-8952-D89F83011AC0}" dt="2026-03-02T09:20:24.497" v="145" actId="14100"/>
          <ac:picMkLst>
            <pc:docMk/>
            <pc:sldMk cId="3508112563" sldId="281"/>
            <ac:picMk id="7" creationId="{698E14F8-299A-6B57-2E56-581495E5D2A9}"/>
          </ac:picMkLst>
        </pc:picChg>
        <pc:picChg chg="del">
          <ac:chgData name="Angus Moo" userId="be5a403d-c14b-40db-8bbe-012a2e0d4c85" providerId="ADAL" clId="{A473C671-05FA-435F-8952-D89F83011AC0}" dt="2026-03-02T09:20:15.234" v="141" actId="478"/>
          <ac:picMkLst>
            <pc:docMk/>
            <pc:sldMk cId="3508112563" sldId="281"/>
            <ac:picMk id="12" creationId="{AF83FDDC-CF32-7B11-B8C2-50FA5D41DA8F}"/>
          </ac:picMkLst>
        </pc:picChg>
      </pc:sldChg>
      <pc:sldChg chg="addSp delSp modSp new mod">
        <pc:chgData name="Angus Moo" userId="be5a403d-c14b-40db-8bbe-012a2e0d4c85" providerId="ADAL" clId="{A473C671-05FA-435F-8952-D89F83011AC0}" dt="2026-03-02T09:31:21.173" v="325" actId="14100"/>
        <pc:sldMkLst>
          <pc:docMk/>
          <pc:sldMk cId="383381366" sldId="282"/>
        </pc:sldMkLst>
        <pc:spChg chg="mod">
          <ac:chgData name="Angus Moo" userId="be5a403d-c14b-40db-8bbe-012a2e0d4c85" providerId="ADAL" clId="{A473C671-05FA-435F-8952-D89F83011AC0}" dt="2026-03-02T09:26:07.780" v="172" actId="20577"/>
          <ac:spMkLst>
            <pc:docMk/>
            <pc:sldMk cId="383381366" sldId="282"/>
            <ac:spMk id="2" creationId="{77EAACCB-776E-C867-5431-9B457FD63834}"/>
          </ac:spMkLst>
        </pc:spChg>
        <pc:spChg chg="del">
          <ac:chgData name="Angus Moo" userId="be5a403d-c14b-40db-8bbe-012a2e0d4c85" providerId="ADAL" clId="{A473C671-05FA-435F-8952-D89F83011AC0}" dt="2026-03-02T09:27:56.992" v="173" actId="22"/>
          <ac:spMkLst>
            <pc:docMk/>
            <pc:sldMk cId="383381366" sldId="282"/>
            <ac:spMk id="3" creationId="{C9CC0413-E453-2961-BD05-91A4E81AABF1}"/>
          </ac:spMkLst>
        </pc:spChg>
        <pc:spChg chg="add mod">
          <ac:chgData name="Angus Moo" userId="be5a403d-c14b-40db-8bbe-012a2e0d4c85" providerId="ADAL" clId="{A473C671-05FA-435F-8952-D89F83011AC0}" dt="2026-03-02T09:28:19.760" v="180" actId="14100"/>
          <ac:spMkLst>
            <pc:docMk/>
            <pc:sldMk cId="383381366" sldId="282"/>
            <ac:spMk id="6" creationId="{9540A8C3-D807-510C-8BC4-36A8F746CF32}"/>
          </ac:spMkLst>
        </pc:spChg>
        <pc:spChg chg="add mod">
          <ac:chgData name="Angus Moo" userId="be5a403d-c14b-40db-8bbe-012a2e0d4c85" providerId="ADAL" clId="{A473C671-05FA-435F-8952-D89F83011AC0}" dt="2026-03-02T09:28:46.868" v="183" actId="14100"/>
          <ac:spMkLst>
            <pc:docMk/>
            <pc:sldMk cId="383381366" sldId="282"/>
            <ac:spMk id="7" creationId="{8AEA7E96-86C2-30DB-9B1E-2A64FC667B99}"/>
          </ac:spMkLst>
        </pc:spChg>
        <pc:spChg chg="add mod">
          <ac:chgData name="Angus Moo" userId="be5a403d-c14b-40db-8bbe-012a2e0d4c85" providerId="ADAL" clId="{A473C671-05FA-435F-8952-D89F83011AC0}" dt="2026-03-02T09:30:55.014" v="317" actId="313"/>
          <ac:spMkLst>
            <pc:docMk/>
            <pc:sldMk cId="383381366" sldId="282"/>
            <ac:spMk id="8" creationId="{97C1D129-82AC-6380-E221-D3433C386A9A}"/>
          </ac:spMkLst>
        </pc:spChg>
        <pc:picChg chg="add mod ord">
          <ac:chgData name="Angus Moo" userId="be5a403d-c14b-40db-8bbe-012a2e0d4c85" providerId="ADAL" clId="{A473C671-05FA-435F-8952-D89F83011AC0}" dt="2026-03-02T09:28:06.811" v="177" actId="1076"/>
          <ac:picMkLst>
            <pc:docMk/>
            <pc:sldMk cId="383381366" sldId="282"/>
            <ac:picMk id="5" creationId="{4A0B05A2-0418-52FE-5E16-B268CD15A5B2}"/>
          </ac:picMkLst>
        </pc:picChg>
        <pc:cxnChg chg="add mod">
          <ac:chgData name="Angus Moo" userId="be5a403d-c14b-40db-8bbe-012a2e0d4c85" providerId="ADAL" clId="{A473C671-05FA-435F-8952-D89F83011AC0}" dt="2026-03-02T09:31:09.764" v="321" actId="14100"/>
          <ac:cxnSpMkLst>
            <pc:docMk/>
            <pc:sldMk cId="383381366" sldId="282"/>
            <ac:cxnSpMk id="9" creationId="{2F83B9FE-C7CC-4CA3-7B86-10F29C13EDE2}"/>
          </ac:cxnSpMkLst>
        </pc:cxnChg>
        <pc:cxnChg chg="add mod">
          <ac:chgData name="Angus Moo" userId="be5a403d-c14b-40db-8bbe-012a2e0d4c85" providerId="ADAL" clId="{A473C671-05FA-435F-8952-D89F83011AC0}" dt="2026-03-02T09:31:21.173" v="325" actId="14100"/>
          <ac:cxnSpMkLst>
            <pc:docMk/>
            <pc:sldMk cId="383381366" sldId="282"/>
            <ac:cxnSpMk id="12" creationId="{84D54173-7026-B1D0-F45A-21356B13948C}"/>
          </ac:cxnSpMkLst>
        </pc:cxnChg>
      </pc:sldChg>
      <pc:sldChg chg="new del">
        <pc:chgData name="Angus Moo" userId="be5a403d-c14b-40db-8bbe-012a2e0d4c85" providerId="ADAL" clId="{A473C671-05FA-435F-8952-D89F83011AC0}" dt="2026-03-02T09:25:50.904" v="149" actId="47"/>
        <pc:sldMkLst>
          <pc:docMk/>
          <pc:sldMk cId="3906123506" sldId="282"/>
        </pc:sldMkLst>
      </pc:sldChg>
      <pc:sldChg chg="addSp delSp modSp add mod ord">
        <pc:chgData name="Angus Moo" userId="be5a403d-c14b-40db-8bbe-012a2e0d4c85" providerId="ADAL" clId="{A473C671-05FA-435F-8952-D89F83011AC0}" dt="2026-03-02T09:38:04.349" v="529" actId="207"/>
        <pc:sldMkLst>
          <pc:docMk/>
          <pc:sldMk cId="1334337284" sldId="283"/>
        </pc:sldMkLst>
        <pc:spChg chg="mod">
          <ac:chgData name="Angus Moo" userId="be5a403d-c14b-40db-8bbe-012a2e0d4c85" providerId="ADAL" clId="{A473C671-05FA-435F-8952-D89F83011AC0}" dt="2026-03-02T09:31:54.847" v="345" actId="20577"/>
          <ac:spMkLst>
            <pc:docMk/>
            <pc:sldMk cId="1334337284" sldId="283"/>
            <ac:spMk id="2" creationId="{5AD8BB75-917D-9955-978F-A10DCE899B0D}"/>
          </ac:spMkLst>
        </pc:spChg>
        <pc:spChg chg="mod">
          <ac:chgData name="Angus Moo" userId="be5a403d-c14b-40db-8bbe-012a2e0d4c85" providerId="ADAL" clId="{A473C671-05FA-435F-8952-D89F83011AC0}" dt="2026-03-02T09:35:41.064" v="494" actId="313"/>
          <ac:spMkLst>
            <pc:docMk/>
            <pc:sldMk cId="1334337284" sldId="283"/>
            <ac:spMk id="4" creationId="{D5A58627-4F5C-984A-13B5-9E8E46E048BD}"/>
          </ac:spMkLst>
        </pc:spChg>
        <pc:spChg chg="add del mod">
          <ac:chgData name="Angus Moo" userId="be5a403d-c14b-40db-8bbe-012a2e0d4c85" providerId="ADAL" clId="{A473C671-05FA-435F-8952-D89F83011AC0}" dt="2026-03-02T09:32:20.946" v="347" actId="22"/>
          <ac:spMkLst>
            <pc:docMk/>
            <pc:sldMk cId="1334337284" sldId="283"/>
            <ac:spMk id="5" creationId="{C7F93DEA-35C8-301E-81BA-81E1EDD0A0C4}"/>
          </ac:spMkLst>
        </pc:spChg>
        <pc:spChg chg="mod">
          <ac:chgData name="Angus Moo" userId="be5a403d-c14b-40db-8bbe-012a2e0d4c85" providerId="ADAL" clId="{A473C671-05FA-435F-8952-D89F83011AC0}" dt="2026-03-02T09:36:09.552" v="498" actId="14100"/>
          <ac:spMkLst>
            <pc:docMk/>
            <pc:sldMk cId="1334337284" sldId="283"/>
            <ac:spMk id="10" creationId="{A033BB11-1DFB-DF97-4BF4-5005CF3F9BDC}"/>
          </ac:spMkLst>
        </pc:spChg>
        <pc:spChg chg="del">
          <ac:chgData name="Angus Moo" userId="be5a403d-c14b-40db-8bbe-012a2e0d4c85" providerId="ADAL" clId="{A473C671-05FA-435F-8952-D89F83011AC0}" dt="2026-03-02T09:34:08.176" v="410" actId="478"/>
          <ac:spMkLst>
            <pc:docMk/>
            <pc:sldMk cId="1334337284" sldId="283"/>
            <ac:spMk id="12" creationId="{CBE3E241-95C1-4891-A6B1-8440F8AEFB77}"/>
          </ac:spMkLst>
        </pc:spChg>
        <pc:spChg chg="add mod">
          <ac:chgData name="Angus Moo" userId="be5a403d-c14b-40db-8bbe-012a2e0d4c85" providerId="ADAL" clId="{A473C671-05FA-435F-8952-D89F83011AC0}" dt="2026-03-02T09:36:29.097" v="503" actId="208"/>
          <ac:spMkLst>
            <pc:docMk/>
            <pc:sldMk cId="1334337284" sldId="283"/>
            <ac:spMk id="13" creationId="{62C9416F-36EE-16F8-3B1E-DE83B6036C20}"/>
          </ac:spMkLst>
        </pc:spChg>
        <pc:spChg chg="add mod">
          <ac:chgData name="Angus Moo" userId="be5a403d-c14b-40db-8bbe-012a2e0d4c85" providerId="ADAL" clId="{A473C671-05FA-435F-8952-D89F83011AC0}" dt="2026-03-02T09:37:39.654" v="524" actId="20577"/>
          <ac:spMkLst>
            <pc:docMk/>
            <pc:sldMk cId="1334337284" sldId="283"/>
            <ac:spMk id="15" creationId="{F51B4D3E-1003-0B2E-977E-834B0EB595E6}"/>
          </ac:spMkLst>
        </pc:spChg>
        <pc:spChg chg="add mod">
          <ac:chgData name="Angus Moo" userId="be5a403d-c14b-40db-8bbe-012a2e0d4c85" providerId="ADAL" clId="{A473C671-05FA-435F-8952-D89F83011AC0}" dt="2026-03-02T09:37:37.450" v="522" actId="20577"/>
          <ac:spMkLst>
            <pc:docMk/>
            <pc:sldMk cId="1334337284" sldId="283"/>
            <ac:spMk id="16" creationId="{1C07E456-1E9E-14CC-6358-F767017AEBF2}"/>
          </ac:spMkLst>
        </pc:spChg>
        <pc:spChg chg="add mod">
          <ac:chgData name="Angus Moo" userId="be5a403d-c14b-40db-8bbe-012a2e0d4c85" providerId="ADAL" clId="{A473C671-05FA-435F-8952-D89F83011AC0}" dt="2026-03-02T09:38:04.349" v="529" actId="207"/>
          <ac:spMkLst>
            <pc:docMk/>
            <pc:sldMk cId="1334337284" sldId="283"/>
            <ac:spMk id="17" creationId="{3C00C2A4-C254-4868-F68D-E3507F7F0082}"/>
          </ac:spMkLst>
        </pc:spChg>
        <pc:spChg chg="mod">
          <ac:chgData name="Angus Moo" userId="be5a403d-c14b-40db-8bbe-012a2e0d4c85" providerId="ADAL" clId="{A473C671-05FA-435F-8952-D89F83011AC0}" dt="2026-03-02T09:32:46.917" v="354" actId="14100"/>
          <ac:spMkLst>
            <pc:docMk/>
            <pc:sldMk cId="1334337284" sldId="283"/>
            <ac:spMk id="28" creationId="{F538303B-65B9-AC37-9AF9-6F02EB70B2B3}"/>
          </ac:spMkLst>
        </pc:spChg>
        <pc:picChg chg="del">
          <ac:chgData name="Angus Moo" userId="be5a403d-c14b-40db-8bbe-012a2e0d4c85" providerId="ADAL" clId="{A473C671-05FA-435F-8952-D89F83011AC0}" dt="2026-03-02T09:32:19.364" v="346" actId="478"/>
          <ac:picMkLst>
            <pc:docMk/>
            <pc:sldMk cId="1334337284" sldId="283"/>
            <ac:picMk id="7" creationId="{B3F6E416-03FF-1A62-802E-FCCB7D2A28AF}"/>
          </ac:picMkLst>
        </pc:picChg>
        <pc:picChg chg="add mod ord">
          <ac:chgData name="Angus Moo" userId="be5a403d-c14b-40db-8bbe-012a2e0d4c85" providerId="ADAL" clId="{A473C671-05FA-435F-8952-D89F83011AC0}" dt="2026-03-02T09:37:29.108" v="517" actId="1076"/>
          <ac:picMkLst>
            <pc:docMk/>
            <pc:sldMk cId="1334337284" sldId="283"/>
            <ac:picMk id="8" creationId="{03600784-00B3-B3C6-AAE5-73866669F047}"/>
          </ac:picMkLst>
        </pc:picChg>
        <pc:cxnChg chg="del">
          <ac:chgData name="Angus Moo" userId="be5a403d-c14b-40db-8bbe-012a2e0d4c85" providerId="ADAL" clId="{A473C671-05FA-435F-8952-D89F83011AC0}" dt="2026-03-02T09:32:55.331" v="357" actId="478"/>
          <ac:cxnSpMkLst>
            <pc:docMk/>
            <pc:sldMk cId="1334337284" sldId="283"/>
            <ac:cxnSpMk id="11" creationId="{3B45BE2E-5FE7-BC92-32E9-E5541CC52CF2}"/>
          </ac:cxnSpMkLst>
        </pc:cxnChg>
        <pc:cxnChg chg="del">
          <ac:chgData name="Angus Moo" userId="be5a403d-c14b-40db-8bbe-012a2e0d4c85" providerId="ADAL" clId="{A473C671-05FA-435F-8952-D89F83011AC0}" dt="2026-03-02T09:32:54.259" v="356" actId="478"/>
          <ac:cxnSpMkLst>
            <pc:docMk/>
            <pc:sldMk cId="1334337284" sldId="283"/>
            <ac:cxnSpMk id="14" creationId="{4F468949-47F8-AF74-EBFA-99EE66C5310B}"/>
          </ac:cxnSpMkLst>
        </pc:cxnChg>
        <pc:cxnChg chg="del mod">
          <ac:chgData name="Angus Moo" userId="be5a403d-c14b-40db-8bbe-012a2e0d4c85" providerId="ADAL" clId="{A473C671-05FA-435F-8952-D89F83011AC0}" dt="2026-03-02T09:32:48.627" v="355" actId="478"/>
          <ac:cxnSpMkLst>
            <pc:docMk/>
            <pc:sldMk cId="1334337284" sldId="283"/>
            <ac:cxnSpMk id="32" creationId="{031D89B3-C7D7-DADF-86DC-1E164963C295}"/>
          </ac:cxnSpMkLst>
        </pc:cxnChg>
      </pc:sldChg>
      <pc:sldChg chg="addSp delSp modSp add mod">
        <pc:chgData name="Angus Moo" userId="be5a403d-c14b-40db-8bbe-012a2e0d4c85" providerId="ADAL" clId="{A473C671-05FA-435F-8952-D89F83011AC0}" dt="2026-03-02T09:43:02.427" v="645" actId="1076"/>
        <pc:sldMkLst>
          <pc:docMk/>
          <pc:sldMk cId="1545367268" sldId="284"/>
        </pc:sldMkLst>
        <pc:spChg chg="mod">
          <ac:chgData name="Angus Moo" userId="be5a403d-c14b-40db-8bbe-012a2e0d4c85" providerId="ADAL" clId="{A473C671-05FA-435F-8952-D89F83011AC0}" dt="2026-03-02T09:42:15.061" v="635" actId="11"/>
          <ac:spMkLst>
            <pc:docMk/>
            <pc:sldMk cId="1545367268" sldId="284"/>
            <ac:spMk id="4" creationId="{C6D032B5-EEE3-1C0E-DE04-A02122B51629}"/>
          </ac:spMkLst>
        </pc:spChg>
        <pc:spChg chg="add del mod">
          <ac:chgData name="Angus Moo" userId="be5a403d-c14b-40db-8bbe-012a2e0d4c85" providerId="ADAL" clId="{A473C671-05FA-435F-8952-D89F83011AC0}" dt="2026-03-02T09:39:42.994" v="532" actId="22"/>
          <ac:spMkLst>
            <pc:docMk/>
            <pc:sldMk cId="1545367268" sldId="284"/>
            <ac:spMk id="5" creationId="{2F18AAFE-289C-BEE1-2A2C-C212E4524C57}"/>
          </ac:spMkLst>
        </pc:spChg>
        <pc:spChg chg="del">
          <ac:chgData name="Angus Moo" userId="be5a403d-c14b-40db-8bbe-012a2e0d4c85" providerId="ADAL" clId="{A473C671-05FA-435F-8952-D89F83011AC0}" dt="2026-03-02T09:40:45.951" v="541" actId="478"/>
          <ac:spMkLst>
            <pc:docMk/>
            <pc:sldMk cId="1545367268" sldId="284"/>
            <ac:spMk id="10" creationId="{06322BC9-4E0B-9F5A-AF9F-C6A20B5397B0}"/>
          </ac:spMkLst>
        </pc:spChg>
        <pc:spChg chg="add del mod">
          <ac:chgData name="Angus Moo" userId="be5a403d-c14b-40db-8bbe-012a2e0d4c85" providerId="ADAL" clId="{A473C671-05FA-435F-8952-D89F83011AC0}" dt="2026-03-02T09:40:39.888" v="538" actId="22"/>
          <ac:spMkLst>
            <pc:docMk/>
            <pc:sldMk cId="1545367268" sldId="284"/>
            <ac:spMk id="11" creationId="{CCCB33CD-2418-79F5-A44C-8565047AC96F}"/>
          </ac:spMkLst>
        </pc:spChg>
        <pc:spChg chg="mod">
          <ac:chgData name="Angus Moo" userId="be5a403d-c14b-40db-8bbe-012a2e0d4c85" providerId="ADAL" clId="{A473C671-05FA-435F-8952-D89F83011AC0}" dt="2026-03-02T09:42:50.145" v="641" actId="208"/>
          <ac:spMkLst>
            <pc:docMk/>
            <pc:sldMk cId="1545367268" sldId="284"/>
            <ac:spMk id="13" creationId="{CAF569AA-EC7F-431F-087A-5ADB40A35584}"/>
          </ac:spMkLst>
        </pc:spChg>
        <pc:spChg chg="del">
          <ac:chgData name="Angus Moo" userId="be5a403d-c14b-40db-8bbe-012a2e0d4c85" providerId="ADAL" clId="{A473C671-05FA-435F-8952-D89F83011AC0}" dt="2026-03-02T09:40:47.668" v="542" actId="478"/>
          <ac:spMkLst>
            <pc:docMk/>
            <pc:sldMk cId="1545367268" sldId="284"/>
            <ac:spMk id="15" creationId="{6C907CD1-F8E5-0169-3F08-F4F400BFB65F}"/>
          </ac:spMkLst>
        </pc:spChg>
        <pc:spChg chg="del">
          <ac:chgData name="Angus Moo" userId="be5a403d-c14b-40db-8bbe-012a2e0d4c85" providerId="ADAL" clId="{A473C671-05FA-435F-8952-D89F83011AC0}" dt="2026-03-02T09:40:49.366" v="543" actId="478"/>
          <ac:spMkLst>
            <pc:docMk/>
            <pc:sldMk cId="1545367268" sldId="284"/>
            <ac:spMk id="16" creationId="{C32FD7A6-A2CF-5748-1EF8-55A2006C1B85}"/>
          </ac:spMkLst>
        </pc:spChg>
        <pc:spChg chg="mod">
          <ac:chgData name="Angus Moo" userId="be5a403d-c14b-40db-8bbe-012a2e0d4c85" providerId="ADAL" clId="{A473C671-05FA-435F-8952-D89F83011AC0}" dt="2026-03-02T09:43:02.427" v="645" actId="1076"/>
          <ac:spMkLst>
            <pc:docMk/>
            <pc:sldMk cId="1545367268" sldId="284"/>
            <ac:spMk id="17" creationId="{820A0CB9-5968-3272-614E-EED2B08CC4FB}"/>
          </ac:spMkLst>
        </pc:spChg>
        <pc:spChg chg="del">
          <ac:chgData name="Angus Moo" userId="be5a403d-c14b-40db-8bbe-012a2e0d4c85" providerId="ADAL" clId="{A473C671-05FA-435F-8952-D89F83011AC0}" dt="2026-03-02T09:40:44.982" v="540" actId="478"/>
          <ac:spMkLst>
            <pc:docMk/>
            <pc:sldMk cId="1545367268" sldId="284"/>
            <ac:spMk id="28" creationId="{1E3EE5D2-C391-C137-56E5-DDEFC7334452}"/>
          </ac:spMkLst>
        </pc:spChg>
        <pc:picChg chg="add del mod ord">
          <ac:chgData name="Angus Moo" userId="be5a403d-c14b-40db-8bbe-012a2e0d4c85" providerId="ADAL" clId="{A473C671-05FA-435F-8952-D89F83011AC0}" dt="2026-03-02T09:40:38.465" v="537" actId="478"/>
          <ac:picMkLst>
            <pc:docMk/>
            <pc:sldMk cId="1545367268" sldId="284"/>
            <ac:picMk id="7" creationId="{49E60709-8867-619B-5B8A-CB1AE1796933}"/>
          </ac:picMkLst>
        </pc:picChg>
        <pc:picChg chg="del">
          <ac:chgData name="Angus Moo" userId="be5a403d-c14b-40db-8bbe-012a2e0d4c85" providerId="ADAL" clId="{A473C671-05FA-435F-8952-D89F83011AC0}" dt="2026-03-02T09:39:40.810" v="531" actId="478"/>
          <ac:picMkLst>
            <pc:docMk/>
            <pc:sldMk cId="1545367268" sldId="284"/>
            <ac:picMk id="8" creationId="{D629C7E5-FE5E-1B18-FB80-A60D182C638D}"/>
          </ac:picMkLst>
        </pc:picChg>
        <pc:picChg chg="add mod ord">
          <ac:chgData name="Angus Moo" userId="be5a403d-c14b-40db-8bbe-012a2e0d4c85" providerId="ADAL" clId="{A473C671-05FA-435F-8952-D89F83011AC0}" dt="2026-03-02T09:42:22.454" v="637" actId="167"/>
          <ac:picMkLst>
            <pc:docMk/>
            <pc:sldMk cId="1545367268" sldId="284"/>
            <ac:picMk id="14" creationId="{9EF1AACA-5EEA-F8DB-8E12-02B5EBC1D07C}"/>
          </ac:picMkLst>
        </pc:picChg>
      </pc:sldChg>
      <pc:sldChg chg="addSp delSp modSp add mod">
        <pc:chgData name="Angus Moo" userId="be5a403d-c14b-40db-8bbe-012a2e0d4c85" providerId="ADAL" clId="{A473C671-05FA-435F-8952-D89F83011AC0}" dt="2026-03-02T09:46:12.814" v="711" actId="1076"/>
        <pc:sldMkLst>
          <pc:docMk/>
          <pc:sldMk cId="3523558617" sldId="285"/>
        </pc:sldMkLst>
        <pc:spChg chg="mod">
          <ac:chgData name="Angus Moo" userId="be5a403d-c14b-40db-8bbe-012a2e0d4c85" providerId="ADAL" clId="{A473C671-05FA-435F-8952-D89F83011AC0}" dt="2026-03-02T09:45:55.258" v="709" actId="11"/>
          <ac:spMkLst>
            <pc:docMk/>
            <pc:sldMk cId="3523558617" sldId="285"/>
            <ac:spMk id="4" creationId="{786A13B0-91A6-125E-CBA7-7753ECBE1322}"/>
          </ac:spMkLst>
        </pc:spChg>
        <pc:spChg chg="add del mod">
          <ac:chgData name="Angus Moo" userId="be5a403d-c14b-40db-8bbe-012a2e0d4c85" providerId="ADAL" clId="{A473C671-05FA-435F-8952-D89F83011AC0}" dt="2026-03-02T09:43:36.850" v="648" actId="22"/>
          <ac:spMkLst>
            <pc:docMk/>
            <pc:sldMk cId="3523558617" sldId="285"/>
            <ac:spMk id="5" creationId="{22FEBAF4-6D7C-B44D-ED3C-7FDF18A6BC1B}"/>
          </ac:spMkLst>
        </pc:spChg>
        <pc:spChg chg="mod">
          <ac:chgData name="Angus Moo" userId="be5a403d-c14b-40db-8bbe-012a2e0d4c85" providerId="ADAL" clId="{A473C671-05FA-435F-8952-D89F83011AC0}" dt="2026-03-02T09:45:09.045" v="703" actId="14100"/>
          <ac:spMkLst>
            <pc:docMk/>
            <pc:sldMk cId="3523558617" sldId="285"/>
            <ac:spMk id="13" creationId="{192F018D-4A69-F0F5-AFEA-D8B1D0D2B6B3}"/>
          </ac:spMkLst>
        </pc:spChg>
        <pc:spChg chg="mod">
          <ac:chgData name="Angus Moo" userId="be5a403d-c14b-40db-8bbe-012a2e0d4c85" providerId="ADAL" clId="{A473C671-05FA-435F-8952-D89F83011AC0}" dt="2026-03-02T09:45:15.777" v="708" actId="20577"/>
          <ac:spMkLst>
            <pc:docMk/>
            <pc:sldMk cId="3523558617" sldId="285"/>
            <ac:spMk id="17" creationId="{4D076E51-4445-AF9A-5A85-E48C6CCF24AE}"/>
          </ac:spMkLst>
        </pc:spChg>
        <pc:picChg chg="add mod ord">
          <ac:chgData name="Angus Moo" userId="be5a403d-c14b-40db-8bbe-012a2e0d4c85" providerId="ADAL" clId="{A473C671-05FA-435F-8952-D89F83011AC0}" dt="2026-03-02T09:45:04.601" v="701" actId="167"/>
          <ac:picMkLst>
            <pc:docMk/>
            <pc:sldMk cId="3523558617" sldId="285"/>
            <ac:picMk id="7" creationId="{2184392F-25B0-AC17-4D11-73B0A19FB899}"/>
          </ac:picMkLst>
        </pc:picChg>
        <pc:picChg chg="add mod">
          <ac:chgData name="Angus Moo" userId="be5a403d-c14b-40db-8bbe-012a2e0d4c85" providerId="ADAL" clId="{A473C671-05FA-435F-8952-D89F83011AC0}" dt="2026-03-02T09:46:12.814" v="711" actId="1076"/>
          <ac:picMkLst>
            <pc:docMk/>
            <pc:sldMk cId="3523558617" sldId="285"/>
            <ac:picMk id="9" creationId="{574738FF-49BE-8CB6-DBEA-350206E25A33}"/>
          </ac:picMkLst>
        </pc:picChg>
        <pc:picChg chg="del">
          <ac:chgData name="Angus Moo" userId="be5a403d-c14b-40db-8bbe-012a2e0d4c85" providerId="ADAL" clId="{A473C671-05FA-435F-8952-D89F83011AC0}" dt="2026-03-02T09:43:33.938" v="647" actId="478"/>
          <ac:picMkLst>
            <pc:docMk/>
            <pc:sldMk cId="3523558617" sldId="285"/>
            <ac:picMk id="14" creationId="{9E3004CD-460D-AF50-F811-BEB84749BF6D}"/>
          </ac:picMkLst>
        </pc:picChg>
      </pc:sldChg>
      <pc:sldChg chg="addSp delSp modSp add mod ord">
        <pc:chgData name="Angus Moo" userId="be5a403d-c14b-40db-8bbe-012a2e0d4c85" providerId="ADAL" clId="{A473C671-05FA-435F-8952-D89F83011AC0}" dt="2026-03-02T09:54:15.278" v="857" actId="20577"/>
        <pc:sldMkLst>
          <pc:docMk/>
          <pc:sldMk cId="3623699398" sldId="286"/>
        </pc:sldMkLst>
        <pc:spChg chg="mod">
          <ac:chgData name="Angus Moo" userId="be5a403d-c14b-40db-8bbe-012a2e0d4c85" providerId="ADAL" clId="{A473C671-05FA-435F-8952-D89F83011AC0}" dt="2026-03-02T09:53:16.156" v="758" actId="20577"/>
          <ac:spMkLst>
            <pc:docMk/>
            <pc:sldMk cId="3623699398" sldId="286"/>
            <ac:spMk id="2" creationId="{7F4FCF65-4AB2-4FCB-C1FD-44ABB5C560C0}"/>
          </ac:spMkLst>
        </pc:spChg>
        <pc:spChg chg="mod">
          <ac:chgData name="Angus Moo" userId="be5a403d-c14b-40db-8bbe-012a2e0d4c85" providerId="ADAL" clId="{A473C671-05FA-435F-8952-D89F83011AC0}" dt="2026-03-02T09:54:15.278" v="857" actId="20577"/>
          <ac:spMkLst>
            <pc:docMk/>
            <pc:sldMk cId="3623699398" sldId="286"/>
            <ac:spMk id="4" creationId="{F8826C0B-34C4-4FA8-0176-BF9C08BAC8BB}"/>
          </ac:spMkLst>
        </pc:spChg>
        <pc:spChg chg="add del mod">
          <ac:chgData name="Angus Moo" userId="be5a403d-c14b-40db-8bbe-012a2e0d4c85" providerId="ADAL" clId="{A473C671-05FA-435F-8952-D89F83011AC0}" dt="2026-03-02T09:51:46.028" v="716" actId="22"/>
          <ac:spMkLst>
            <pc:docMk/>
            <pc:sldMk cId="3623699398" sldId="286"/>
            <ac:spMk id="5" creationId="{0DABCFE6-3B65-8659-93ED-232DD005037B}"/>
          </ac:spMkLst>
        </pc:spChg>
        <pc:spChg chg="mod">
          <ac:chgData name="Angus Moo" userId="be5a403d-c14b-40db-8bbe-012a2e0d4c85" providerId="ADAL" clId="{A473C671-05FA-435F-8952-D89F83011AC0}" dt="2026-03-02T09:52:48.837" v="729" actId="14100"/>
          <ac:spMkLst>
            <pc:docMk/>
            <pc:sldMk cId="3623699398" sldId="286"/>
            <ac:spMk id="10" creationId="{26D4F882-134C-1034-DD88-272D00217F72}"/>
          </ac:spMkLst>
        </pc:spChg>
        <pc:spChg chg="del">
          <ac:chgData name="Angus Moo" userId="be5a403d-c14b-40db-8bbe-012a2e0d4c85" providerId="ADAL" clId="{A473C671-05FA-435F-8952-D89F83011AC0}" dt="2026-03-02T09:53:39.007" v="787" actId="478"/>
          <ac:spMkLst>
            <pc:docMk/>
            <pc:sldMk cId="3623699398" sldId="286"/>
            <ac:spMk id="13" creationId="{BE5B8B92-830B-75DF-AAC1-A7ACB58261EE}"/>
          </ac:spMkLst>
        </pc:spChg>
        <pc:spChg chg="mod">
          <ac:chgData name="Angus Moo" userId="be5a403d-c14b-40db-8bbe-012a2e0d4c85" providerId="ADAL" clId="{A473C671-05FA-435F-8952-D89F83011AC0}" dt="2026-03-02T09:52:40.001" v="727" actId="20577"/>
          <ac:spMkLst>
            <pc:docMk/>
            <pc:sldMk cId="3623699398" sldId="286"/>
            <ac:spMk id="15" creationId="{0373ED91-EC43-0E64-9E17-88E43669C921}"/>
          </ac:spMkLst>
        </pc:spChg>
        <pc:spChg chg="mod">
          <ac:chgData name="Angus Moo" userId="be5a403d-c14b-40db-8bbe-012a2e0d4c85" providerId="ADAL" clId="{A473C671-05FA-435F-8952-D89F83011AC0}" dt="2026-03-02T09:52:59.118" v="734" actId="20577"/>
          <ac:spMkLst>
            <pc:docMk/>
            <pc:sldMk cId="3623699398" sldId="286"/>
            <ac:spMk id="16" creationId="{7BD038AA-C121-0231-691E-5D38CBCB8868}"/>
          </ac:spMkLst>
        </pc:spChg>
        <pc:spChg chg="del">
          <ac:chgData name="Angus Moo" userId="be5a403d-c14b-40db-8bbe-012a2e0d4c85" providerId="ADAL" clId="{A473C671-05FA-435F-8952-D89F83011AC0}" dt="2026-03-02T09:53:40.527" v="788" actId="478"/>
          <ac:spMkLst>
            <pc:docMk/>
            <pc:sldMk cId="3623699398" sldId="286"/>
            <ac:spMk id="17" creationId="{D9A42E78-4597-904A-3DE3-EB307CABE855}"/>
          </ac:spMkLst>
        </pc:spChg>
        <pc:spChg chg="mod">
          <ac:chgData name="Angus Moo" userId="be5a403d-c14b-40db-8bbe-012a2e0d4c85" providerId="ADAL" clId="{A473C671-05FA-435F-8952-D89F83011AC0}" dt="2026-03-02T09:52:31.979" v="724" actId="14100"/>
          <ac:spMkLst>
            <pc:docMk/>
            <pc:sldMk cId="3623699398" sldId="286"/>
            <ac:spMk id="28" creationId="{F0061E8A-9D64-F254-4CF6-C6BAA8D754C1}"/>
          </ac:spMkLst>
        </pc:spChg>
        <pc:picChg chg="add mod ord">
          <ac:chgData name="Angus Moo" userId="be5a403d-c14b-40db-8bbe-012a2e0d4c85" providerId="ADAL" clId="{A473C671-05FA-435F-8952-D89F83011AC0}" dt="2026-03-02T09:52:52.445" v="731" actId="1076"/>
          <ac:picMkLst>
            <pc:docMk/>
            <pc:sldMk cId="3623699398" sldId="286"/>
            <ac:picMk id="7" creationId="{E005770B-2A3C-1E40-98A1-74E0778558D3}"/>
          </ac:picMkLst>
        </pc:picChg>
        <pc:picChg chg="del">
          <ac:chgData name="Angus Moo" userId="be5a403d-c14b-40db-8bbe-012a2e0d4c85" providerId="ADAL" clId="{A473C671-05FA-435F-8952-D89F83011AC0}" dt="2026-03-02T09:51:43.804" v="715" actId="478"/>
          <ac:picMkLst>
            <pc:docMk/>
            <pc:sldMk cId="3623699398" sldId="286"/>
            <ac:picMk id="8" creationId="{E457D497-4F21-4F10-7B69-6C881990294C}"/>
          </ac:picMkLst>
        </pc:picChg>
      </pc:sldChg>
    </pc:docChg>
  </pc:docChgLst>
  <pc:docChgLst>
    <pc:chgData name="Angus Moo" userId="S::angus.moo@yccece.edu.hk::be5a403d-c14b-40db-8bbe-012a2e0d4c85" providerId="AD" clId="Web-{E7A33FDF-43CF-3D0E-4BBF-4BF03C6F5CC1}"/>
    <pc:docChg chg="delSld">
      <pc:chgData name="Angus Moo" userId="S::angus.moo@yccece.edu.hk::be5a403d-c14b-40db-8bbe-012a2e0d4c85" providerId="AD" clId="Web-{E7A33FDF-43CF-3D0E-4BBF-4BF03C6F5CC1}" dt="2026-03-02T10:01:34.975" v="0"/>
      <pc:docMkLst>
        <pc:docMk/>
      </pc:docMkLst>
      <pc:sldChg chg="del">
        <pc:chgData name="Angus Moo" userId="S::angus.moo@yccece.edu.hk::be5a403d-c14b-40db-8bbe-012a2e0d4c85" providerId="AD" clId="Web-{E7A33FDF-43CF-3D0E-4BBF-4BF03C6F5CC1}" dt="2026-03-02T10:01:34.975" v="0"/>
        <pc:sldMkLst>
          <pc:docMk/>
          <pc:sldMk cId="3623699398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AE761-96F3-45A7-9FA5-2F1E4CEA3DC6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549AB-E3BF-44DB-83BD-C38346C7F2B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7266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78107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1A06-D938-BFAA-6D42-1D7DA558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1FC9F-CF03-8373-2592-0D468079B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BF03E-B5E3-3436-EEF9-F8F1AA17E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071A7-5E83-9886-9A69-89EF0682A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57451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178E-6905-62B7-C728-D2B1CE74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DA794-7CB7-5479-CD41-645A32170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76ECA-C0D2-5C9E-C6DA-73EDD3DA8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680B7-80CE-7333-2A04-31D3019D4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47253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F982F-6008-0FE5-057D-61E28F48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718DA-35A3-A4C8-D5CD-6903CF143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37922-9B04-C630-FF4F-BA4E3330E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46CCA-D23E-BAE2-37AF-A69FECF54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99473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F364-F880-6CFE-F7C3-7EEF3D33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CFCB0-A722-E894-0C82-89B0087E2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45484-2592-2154-C564-0EA49EC84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74E0C-EF12-2A9A-4C78-EF75C7AF2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74878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230D-0E94-1A4F-BF8D-CB14FA6A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5D079-5242-8DBB-5661-628297432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956C0-0D2A-C7AD-F750-8F6B7A9B8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8BA-00AC-F3ED-4D85-B157604A1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7001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4396D-8117-46E6-44C8-ED684868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A5F4-87C5-3258-783E-B935D2259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6415C-2B4A-E29F-6973-FF2B2999F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F777D-21CE-3933-65A5-57E7755E9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050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1BDD-D933-BA82-81BF-D28A28A7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E4584-13A4-6E85-81D3-5BB748CFA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48D8F-9A37-7AE5-AADF-AFAA5A888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8827C-AC82-9CAD-742B-970EC510A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84391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95F9-4BC1-E00B-72B6-C6DE355A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6FC2A-D66B-43C1-B8AF-16EAEE7BE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CDF2D-4C6C-D9BD-1A40-C9DAF6F76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8D74-7D08-DD8A-CEC1-9524741BD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11734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CD1F-3126-F745-A60F-5ECD5260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5A827-7129-A456-DC5E-BF12AC85F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683BA-9818-0175-1299-68D960ED2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883F-608A-41E0-7D32-D6187C083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549AB-E3BF-44DB-83BD-C38346C7F2B6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1244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2B87-31E3-46A2-7846-1F319C6F8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C9CEA-CFFB-9288-642F-DFC723618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3DD0-E9D0-B82A-FAF7-C5C58E02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EBE7B-C51D-306B-3116-D143700DE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BC95D-2251-804C-0F5B-03A77D57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737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917C-536C-5611-7DA3-F8F5BC7F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EB99A-0DAB-18BD-CF5D-C306B769F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94EF1-583B-E85D-67AC-E62B0E57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756B-BDDF-3D45-6DF4-20CD9F77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60DD-1051-6EC1-2D6E-909DD74C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3422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6FAA-43B6-CFFD-84F9-ECD0756E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DCA53-0FB0-9E07-FAA5-1EA5B57A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5196E-7F5F-DB7E-4591-0E0AF583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3146-5BCE-EAE3-34FB-EAFAA98F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62336-3F3D-963B-72BB-F72D5F99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756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9F80-9369-2D65-C0FF-DBA69C95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76E90-2462-0B4A-9110-B33CBE450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72DE7-93E0-E5B8-E490-B025276D3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98CA8-78A8-D7CA-C64C-B4B03201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1119E-5CDE-5887-50B7-D9F6A106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AC402-69E2-9C34-7DE6-2E3F3061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6675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5975-2F41-DD95-DA4B-17083E7D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EBA44-9ADA-54A4-D375-FD1ADDED7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3054B-3E3B-3DE0-D1C7-5AE692004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05795-55DD-30E5-841C-C7B82F069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7C7EC-04C6-C82B-E186-0C9CDD838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E967E-F67C-4461-54B3-95DAD36E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B0639-F956-F319-66B4-DA310C0C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6E8E2-A221-56FA-5204-F971BB58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3057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D4C0-B03A-753A-3866-EE8292C4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0F76E-2D41-CDC0-EE45-28022F7F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2997C-A331-BD99-712D-74A4D9E6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238F0-8EBB-5B12-20DC-77163FD7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115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EAEB2-E9AA-CA26-2988-8031157F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38467-06A9-2051-F3F3-13214720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06B3-8289-5E48-871F-E4828978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9162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5690-A24F-7417-8DB6-819DF6D3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F929A-2C9D-663E-3D0E-9843033D0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53220-D28A-1B03-21BA-0899AE50B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1FA09-C3D8-6ACD-6DB6-85AC605C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C1FAE-9F68-45D7-E284-94FC076F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359D7-20F1-3FCF-F1FE-CF2C1B02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8339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02B9-705D-1B10-4F1E-561CE369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055BF-6E1D-910B-E552-B067C856E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303EA-AB12-7137-541E-FAEA54825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47FBB-9605-66D4-77CA-2155FF1A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B306B-416A-6B91-E6BB-7C63D960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5D95A-3F5E-B53D-BD71-D409343F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6142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B567-1BA5-51EC-87F8-A9346D39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96D70-AFE4-B391-B7C1-898D7DA36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60C0B-5CDB-E84F-81DB-58F9B214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5DA0-E41C-8FDE-36AF-FDF16272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6791B-AC1F-D6C5-BFC2-D3BC9D1D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3644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860BC-23CF-A2E6-C582-7BF68F8A6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A97DD-2DA6-5D93-BD9A-AD1DE48E7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9F733-A38C-271D-9F88-12C5ABEB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7F19F-251E-D653-D018-9BB51EAC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87C4-7FFC-FC34-80F3-A92CC130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7538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9F143-0D49-5CAC-9A1A-0A288B87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5FBBE-083D-BE32-DFA8-44B33136E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253C-B77A-6D61-F1F0-F72CBDC92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3890A-357F-4C11-946C-40B87C34BE3B}" type="datetimeFigureOut">
              <a:rPr lang="en-HK" smtClean="0"/>
              <a:t>2/3/2026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54C25-0AA6-FD5A-29D4-275DA6488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210A5-3BFB-612D-97C9-208DACACA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DCCE9-50B9-496B-AE0B-E2B6118205B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508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F814-2174-0D55-6024-BF750838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Exam Marks Upload Convertor - User Guide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C6A31-CAC6-7382-3A2A-D2B17ADB9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26312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1ABE-2328-851C-D589-CBBB801F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55FE2D-B24F-7062-7B8C-68126EFBF1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7329" y="2168505"/>
            <a:ext cx="5778672" cy="1405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9007FD-2800-BE37-7884-45CDB73F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1: Open the Folder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3AE6F-2074-669E-5F9F-6C84AC08C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79" y="2036835"/>
            <a:ext cx="527302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HK"/>
              <a:t>Select the “ExamMarksUploadConvertor.zip”</a:t>
            </a:r>
          </a:p>
          <a:p>
            <a:pPr marL="514350" indent="-514350">
              <a:buFont typeface="+mj-lt"/>
              <a:buAutoNum type="arabicParenR"/>
            </a:pPr>
            <a:endParaRPr lang="en-HK"/>
          </a:p>
          <a:p>
            <a:pPr marL="514350" indent="-514350">
              <a:buFont typeface="+mj-lt"/>
              <a:buAutoNum type="arabicParenR"/>
            </a:pPr>
            <a:r>
              <a:rPr lang="en-HK"/>
              <a:t>Click “Extract all”</a:t>
            </a:r>
          </a:p>
          <a:p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78804F-A7D1-43C5-8CEB-6EEA7A1EE26D}"/>
              </a:ext>
            </a:extLst>
          </p:cNvPr>
          <p:cNvSpPr/>
          <p:nvPr/>
        </p:nvSpPr>
        <p:spPr>
          <a:xfrm>
            <a:off x="1314211" y="3355260"/>
            <a:ext cx="4740514" cy="286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D97644-ABDC-6E57-1E27-EB4E9E741D69}"/>
              </a:ext>
            </a:extLst>
          </p:cNvPr>
          <p:cNvSpPr/>
          <p:nvPr/>
        </p:nvSpPr>
        <p:spPr>
          <a:xfrm>
            <a:off x="4041139" y="2693382"/>
            <a:ext cx="835661" cy="355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F6031-BE47-61DD-D25C-EE98762F53A7}"/>
              </a:ext>
            </a:extLst>
          </p:cNvPr>
          <p:cNvSpPr txBox="1">
            <a:spLocks/>
          </p:cNvSpPr>
          <p:nvPr/>
        </p:nvSpPr>
        <p:spPr>
          <a:xfrm>
            <a:off x="1396041" y="3641725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21DD3-B3A6-BA8F-1F1F-224C8C91541E}"/>
              </a:ext>
            </a:extLst>
          </p:cNvPr>
          <p:cNvSpPr txBox="1">
            <a:spLocks/>
          </p:cNvSpPr>
          <p:nvPr/>
        </p:nvSpPr>
        <p:spPr>
          <a:xfrm>
            <a:off x="4312228" y="2324050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5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92907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A309-3B60-0193-8F32-262F2ED3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C146-5BE6-CC6E-A846-956DF6A8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1: Open the Folder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A7184-FBE3-086E-AEDB-B2C9F4841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79" y="2036835"/>
            <a:ext cx="527302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HK"/>
              <a:t>Select the “ExamMarksUploadConvertor.zip”</a:t>
            </a:r>
          </a:p>
          <a:p>
            <a:pPr marL="514350" indent="-514350">
              <a:buFont typeface="+mj-lt"/>
              <a:buAutoNum type="arabicParenR"/>
            </a:pPr>
            <a:endParaRPr lang="en-HK"/>
          </a:p>
          <a:p>
            <a:pPr marL="514350" indent="-514350">
              <a:buFont typeface="+mj-lt"/>
              <a:buAutoNum type="arabicParenR"/>
            </a:pPr>
            <a:r>
              <a:rPr lang="en-HK"/>
              <a:t>Click “Extract all”</a:t>
            </a:r>
          </a:p>
          <a:p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9FECF2-0FAE-61A4-731A-E148DB7CD261}"/>
              </a:ext>
            </a:extLst>
          </p:cNvPr>
          <p:cNvSpPr/>
          <p:nvPr/>
        </p:nvSpPr>
        <p:spPr>
          <a:xfrm>
            <a:off x="1314211" y="3355260"/>
            <a:ext cx="4740514" cy="286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13F65-47E7-592A-7401-2AF408C93CBB}"/>
              </a:ext>
            </a:extLst>
          </p:cNvPr>
          <p:cNvSpPr/>
          <p:nvPr/>
        </p:nvSpPr>
        <p:spPr>
          <a:xfrm>
            <a:off x="4041139" y="2693382"/>
            <a:ext cx="835661" cy="355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C12BA-7E23-4353-45D4-F002457D49BB}"/>
              </a:ext>
            </a:extLst>
          </p:cNvPr>
          <p:cNvSpPr txBox="1">
            <a:spLocks/>
          </p:cNvSpPr>
          <p:nvPr/>
        </p:nvSpPr>
        <p:spPr>
          <a:xfrm>
            <a:off x="1396041" y="3641725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8BC41-BE74-041B-5270-CC6669CE1CA2}"/>
              </a:ext>
            </a:extLst>
          </p:cNvPr>
          <p:cNvSpPr txBox="1">
            <a:spLocks/>
          </p:cNvSpPr>
          <p:nvPr/>
        </p:nvSpPr>
        <p:spPr>
          <a:xfrm>
            <a:off x="4312228" y="2324050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50"/>
                </a:solidFill>
              </a:rPr>
              <a:t>(2)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F9FBC8-F96C-680F-1BC2-8BE1111821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0211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B822-18E0-481D-0EFF-D73995A8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956843-3501-2463-2DD9-71CFF115C9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59410"/>
            <a:ext cx="5181600" cy="4283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B306A0-C0A0-0F00-CE07-C1952F02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1: Open the Folder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E3265-B83B-A702-F184-F85E281EF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79" y="2036835"/>
            <a:ext cx="527302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3"/>
            </a:pPr>
            <a:r>
              <a:rPr lang="en-HK"/>
              <a:t>Browse a position to extract the zip file</a:t>
            </a:r>
          </a:p>
          <a:p>
            <a:pPr marL="514350" indent="-514350">
              <a:buFont typeface="+mj-lt"/>
              <a:buAutoNum type="arabicParenR" startAt="3"/>
            </a:pPr>
            <a:endParaRPr lang="en-HK"/>
          </a:p>
          <a:p>
            <a:pPr marL="514350" indent="-514350">
              <a:buFont typeface="+mj-lt"/>
              <a:buAutoNum type="arabicParenR" startAt="3"/>
            </a:pPr>
            <a:r>
              <a:rPr lang="en-HK"/>
              <a:t>Click “Extract”</a:t>
            </a:r>
          </a:p>
          <a:p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554D37-1DF4-A895-DFFF-CF88A68323D1}"/>
              </a:ext>
            </a:extLst>
          </p:cNvPr>
          <p:cNvSpPr/>
          <p:nvPr/>
        </p:nvSpPr>
        <p:spPr>
          <a:xfrm>
            <a:off x="1101510" y="3099691"/>
            <a:ext cx="478178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9FBD3-D593-2949-6783-3AC2A7A81ACB}"/>
              </a:ext>
            </a:extLst>
          </p:cNvPr>
          <p:cNvSpPr/>
          <p:nvPr/>
        </p:nvSpPr>
        <p:spPr>
          <a:xfrm>
            <a:off x="4459495" y="5755761"/>
            <a:ext cx="835661" cy="355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E75A8-A756-8399-6586-0848D470CE45}"/>
              </a:ext>
            </a:extLst>
          </p:cNvPr>
          <p:cNvSpPr txBox="1">
            <a:spLocks/>
          </p:cNvSpPr>
          <p:nvPr/>
        </p:nvSpPr>
        <p:spPr>
          <a:xfrm>
            <a:off x="3207240" y="3552825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72440-94D7-7A75-9191-AE0F683E5262}"/>
              </a:ext>
            </a:extLst>
          </p:cNvPr>
          <p:cNvSpPr txBox="1">
            <a:spLocks/>
          </p:cNvSpPr>
          <p:nvPr/>
        </p:nvSpPr>
        <p:spPr>
          <a:xfrm>
            <a:off x="4319209" y="5302068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50"/>
                </a:solidFill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812053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46B7-66B5-7789-7B91-0859C843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9088C0-D626-173F-2613-A90C7D69A8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55346" y="2005093"/>
            <a:ext cx="5572743" cy="1917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ABA1C8-1DC1-FCF6-AA3D-AE0FBA24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2: Run the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70246-0798-D9B7-F405-7713D4B4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79" y="2036835"/>
            <a:ext cx="527302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HK"/>
              <a:t>Double click “markexamuploadconvertor_v1.exe” to run the program</a:t>
            </a:r>
          </a:p>
          <a:p>
            <a:pPr marL="0" indent="0">
              <a:buNone/>
            </a:pPr>
            <a:endParaRPr lang="en-HK"/>
          </a:p>
          <a:p>
            <a:pPr marL="0" indent="0">
              <a:buNone/>
            </a:pPr>
            <a:r>
              <a:rPr lang="en-HK" sz="1800"/>
              <a:t>* “Course.xlsx” is used to upload to the Step 2 (3) later</a:t>
            </a:r>
          </a:p>
          <a:p>
            <a:pPr marL="514350" indent="-514350">
              <a:buFont typeface="+mj-lt"/>
              <a:buAutoNum type="arabicParenR"/>
            </a:pPr>
            <a:endParaRPr lang="en-H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D0493E-38A2-6C95-10F1-AD8D12694F59}"/>
              </a:ext>
            </a:extLst>
          </p:cNvPr>
          <p:cNvSpPr/>
          <p:nvPr/>
        </p:nvSpPr>
        <p:spPr>
          <a:xfrm>
            <a:off x="806450" y="3099132"/>
            <a:ext cx="1717676" cy="2653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9FFE3CF-618E-A685-BFCB-0F00E50AF2DF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 flipV="1">
            <a:off x="2524126" y="2514599"/>
            <a:ext cx="3908424" cy="71718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0E903-D90D-7893-CD3E-C7B8A505A04C}"/>
              </a:ext>
            </a:extLst>
          </p:cNvPr>
          <p:cNvSpPr/>
          <p:nvPr/>
        </p:nvSpPr>
        <p:spPr>
          <a:xfrm>
            <a:off x="838200" y="3567241"/>
            <a:ext cx="728964" cy="30467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1C56833-C121-1C94-4AD2-E42F44B8A5C1}"/>
              </a:ext>
            </a:extLst>
          </p:cNvPr>
          <p:cNvCxnSpPr>
            <a:cxnSpLocks/>
            <a:stCxn id="4" idx="1"/>
            <a:endCxn id="13" idx="2"/>
          </p:cNvCxnSpPr>
          <p:nvPr/>
        </p:nvCxnSpPr>
        <p:spPr>
          <a:xfrm rot="10800000">
            <a:off x="1202683" y="3871920"/>
            <a:ext cx="5170197" cy="340584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72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69EC-8501-D1D5-5552-9BD5657E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39F8BA-1C36-B0F3-254C-0C5E690E5E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12892" y="1401192"/>
            <a:ext cx="5244379" cy="46602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41833E-AA4F-693F-D57B-D767FCE9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2: Run the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0812C-F671-94E8-F12D-A4A67BC02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80" y="203683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en-HK"/>
              <a:t>Browse the upload CSV file</a:t>
            </a:r>
          </a:p>
          <a:p>
            <a:pPr marL="514350" indent="-514350">
              <a:buFont typeface="+mj-lt"/>
              <a:buAutoNum type="arabicParenR" startAt="2"/>
            </a:pPr>
            <a:endParaRPr lang="en-HK"/>
          </a:p>
          <a:p>
            <a:pPr marL="514350" indent="-514350">
              <a:buFont typeface="+mj-lt"/>
              <a:buAutoNum type="arabicParenR" startAt="2"/>
            </a:pPr>
            <a:r>
              <a:rPr lang="en-HK"/>
              <a:t>Browse the provided Course Excel file “Course.xlsx”</a:t>
            </a:r>
            <a:endParaRPr lang="en-HK" sz="1600"/>
          </a:p>
          <a:p>
            <a:pPr marL="514350" indent="-514350">
              <a:buFont typeface="+mj-lt"/>
              <a:buAutoNum type="arabicParenR" startAt="2"/>
            </a:pPr>
            <a:endParaRPr lang="en-HK"/>
          </a:p>
          <a:p>
            <a:pPr marL="514350" indent="-514350">
              <a:buFont typeface="+mj-lt"/>
              <a:buAutoNum type="arabicParenR" startAt="2"/>
            </a:pPr>
            <a:r>
              <a:rPr lang="en-HK"/>
              <a:t>Click “Covert Files”</a:t>
            </a:r>
          </a:p>
          <a:p>
            <a:pPr marL="457200" lvl="1" indent="0">
              <a:buNone/>
            </a:pPr>
            <a:endParaRPr lang="en-HK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9B6913-0E9D-ACEA-09DF-4DE7212FB4F1}"/>
              </a:ext>
            </a:extLst>
          </p:cNvPr>
          <p:cNvSpPr/>
          <p:nvPr/>
        </p:nvSpPr>
        <p:spPr>
          <a:xfrm>
            <a:off x="5162761" y="2183777"/>
            <a:ext cx="730040" cy="355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01C60-7D8E-88B8-BAEF-5D6A62251D99}"/>
              </a:ext>
            </a:extLst>
          </p:cNvPr>
          <p:cNvSpPr/>
          <p:nvPr/>
        </p:nvSpPr>
        <p:spPr>
          <a:xfrm>
            <a:off x="5163837" y="2590020"/>
            <a:ext cx="728964" cy="30467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F0BB3A-1393-D684-F880-FE530E5E90B9}"/>
              </a:ext>
            </a:extLst>
          </p:cNvPr>
          <p:cNvSpPr/>
          <p:nvPr/>
        </p:nvSpPr>
        <p:spPr>
          <a:xfrm>
            <a:off x="2833943" y="2953879"/>
            <a:ext cx="1619394" cy="53619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0C436-B403-3E6B-561A-EAFCB1295418}"/>
              </a:ext>
            </a:extLst>
          </p:cNvPr>
          <p:cNvSpPr txBox="1">
            <a:spLocks/>
          </p:cNvSpPr>
          <p:nvPr/>
        </p:nvSpPr>
        <p:spPr>
          <a:xfrm>
            <a:off x="5835798" y="1924360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464EF-AD78-EEDD-F681-32C93D899E34}"/>
              </a:ext>
            </a:extLst>
          </p:cNvPr>
          <p:cNvSpPr txBox="1">
            <a:spLocks/>
          </p:cNvSpPr>
          <p:nvPr/>
        </p:nvSpPr>
        <p:spPr>
          <a:xfrm>
            <a:off x="5835798" y="2786781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50"/>
                </a:solidFill>
              </a:rPr>
              <a:t>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6025B-13C2-C78E-20CC-7EAC9E28ED67}"/>
              </a:ext>
            </a:extLst>
          </p:cNvPr>
          <p:cNvSpPr txBox="1">
            <a:spLocks/>
          </p:cNvSpPr>
          <p:nvPr/>
        </p:nvSpPr>
        <p:spPr>
          <a:xfrm>
            <a:off x="4406269" y="3322064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F0"/>
                </a:solidFill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46491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2ED5-7404-E4A6-3721-F552420C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F14A1E-A825-AA45-7886-79038DD45F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7520" y="1690688"/>
            <a:ext cx="4978052" cy="46974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60969B-FC7A-FAB5-C50F-3AA263A1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2: Run the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B1A77-F006-14B7-C5B2-65D926D89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880" y="203683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5"/>
            </a:pPr>
            <a:r>
              <a:rPr lang="en-HK"/>
              <a:t>Wait the “Success” windows, find the export file in the File Explorer according this path</a:t>
            </a:r>
          </a:p>
          <a:p>
            <a:pPr marL="514350" indent="-514350">
              <a:buFont typeface="+mj-lt"/>
              <a:buAutoNum type="arabicParenR" startAt="5"/>
            </a:pPr>
            <a:endParaRPr lang="en-HK"/>
          </a:p>
          <a:p>
            <a:pPr marL="514350" indent="-514350">
              <a:buFont typeface="+mj-lt"/>
              <a:buAutoNum type="arabicParenR" startAt="5"/>
            </a:pPr>
            <a:r>
              <a:rPr lang="en-HK"/>
              <a:t>For any rows have empty field in the CSV file, will export to this file</a:t>
            </a:r>
          </a:p>
          <a:p>
            <a:pPr marL="514350" indent="-514350">
              <a:buFont typeface="+mj-lt"/>
              <a:buAutoNum type="arabicParenR" startAt="5"/>
            </a:pPr>
            <a:endParaRPr lang="en-HK"/>
          </a:p>
          <a:p>
            <a:pPr marL="514350" indent="-514350">
              <a:buFont typeface="+mj-lt"/>
              <a:buAutoNum type="arabicParenR" startAt="5"/>
            </a:pPr>
            <a:r>
              <a:rPr lang="en-HK"/>
              <a:t>Press 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A56D88-B36D-EF4F-370C-41FBE5805F48}"/>
              </a:ext>
            </a:extLst>
          </p:cNvPr>
          <p:cNvSpPr/>
          <p:nvPr/>
        </p:nvSpPr>
        <p:spPr>
          <a:xfrm>
            <a:off x="4471726" y="5918159"/>
            <a:ext cx="1000714" cy="4700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9A7C9FA-335D-2568-E958-F2AA3124A2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72441" y="5842390"/>
            <a:ext cx="1000713" cy="310777"/>
          </a:xfrm>
          <a:prstGeom prst="bentConnector3">
            <a:avLst>
              <a:gd name="adj1" fmla="val 50000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7A531B5-4CF4-5FAB-85EF-C3099AD1EB74}"/>
              </a:ext>
            </a:extLst>
          </p:cNvPr>
          <p:cNvSpPr/>
          <p:nvPr/>
        </p:nvSpPr>
        <p:spPr>
          <a:xfrm>
            <a:off x="1312003" y="3089381"/>
            <a:ext cx="3935637" cy="358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7B584C-E2E2-66A4-97D6-42682F21E899}"/>
              </a:ext>
            </a:extLst>
          </p:cNvPr>
          <p:cNvCxnSpPr>
            <a:cxnSpLocks/>
            <a:endCxn id="28" idx="3"/>
          </p:cNvCxnSpPr>
          <p:nvPr/>
        </p:nvCxnSpPr>
        <p:spPr>
          <a:xfrm rot="10800000" flipV="1">
            <a:off x="5247640" y="2907230"/>
            <a:ext cx="1328790" cy="361559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51B31-9AAB-B781-DF03-F62D5CCD78A9}"/>
              </a:ext>
            </a:extLst>
          </p:cNvPr>
          <p:cNvSpPr/>
          <p:nvPr/>
        </p:nvSpPr>
        <p:spPr>
          <a:xfrm>
            <a:off x="1312002" y="3676308"/>
            <a:ext cx="4006874" cy="46287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5E26954-6802-637C-ACD0-56ADD651BA17}"/>
              </a:ext>
            </a:extLst>
          </p:cNvPr>
          <p:cNvCxnSpPr>
            <a:cxnSpLocks/>
          </p:cNvCxnSpPr>
          <p:nvPr/>
        </p:nvCxnSpPr>
        <p:spPr>
          <a:xfrm rot="10800000">
            <a:off x="5318877" y="3907747"/>
            <a:ext cx="1207567" cy="638957"/>
          </a:xfrm>
          <a:prstGeom prst="bentConnector3">
            <a:avLst>
              <a:gd name="adj1" fmla="val 5000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51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86CF-FA39-37F2-2BC1-A7DBC568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343A-0558-F5BB-6DAA-F78DF052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2: Run the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F109E-B107-AEEF-DB04-4C0387446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7221" y="2491915"/>
            <a:ext cx="6330999" cy="389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7"/>
            </a:pPr>
            <a:r>
              <a:rPr lang="en-HK"/>
              <a:t>Open the Folder, here is the result</a:t>
            </a:r>
          </a:p>
          <a:p>
            <a:r>
              <a:rPr lang="en-HK" sz="1800"/>
              <a:t>Name of the folder is “</a:t>
            </a:r>
            <a:r>
              <a:rPr lang="en-HK" sz="1800" err="1"/>
              <a:t>ExamMarksUpload</a:t>
            </a:r>
            <a:r>
              <a:rPr lang="en-HK" sz="1800"/>
              <a:t>_(Date)_(Time)”</a:t>
            </a:r>
          </a:p>
          <a:p>
            <a:r>
              <a:rPr lang="en-HK" sz="1800"/>
              <a:t>Data not matched course short name in the “Course.xlsx” will put in “</a:t>
            </a:r>
            <a:r>
              <a:rPr lang="en-HK" sz="1800" err="1"/>
              <a:t>Unkown</a:t>
            </a:r>
            <a:r>
              <a:rPr lang="en-HK" sz="1800"/>
              <a:t>” folder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8E14F8-299A-6B57-2E56-581495E5D2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738397"/>
            <a:ext cx="10979198" cy="520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5865A-D0FF-0AAB-4D88-0B53C81B7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220" y="2491915"/>
            <a:ext cx="4426900" cy="357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1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ACCB-776E-C867-5431-9B457FD6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3: Upload to 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B05A2-0418-52FE-5E16-B268CD15A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60" y="1446217"/>
            <a:ext cx="2697480" cy="5046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40A8C3-D807-510C-8BC4-36A8F746CF32}"/>
              </a:ext>
            </a:extLst>
          </p:cNvPr>
          <p:cNvSpPr/>
          <p:nvPr/>
        </p:nvSpPr>
        <p:spPr>
          <a:xfrm>
            <a:off x="679543" y="1854941"/>
            <a:ext cx="2818037" cy="358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A7E96-86C2-30DB-9B1E-2A64FC667B99}"/>
              </a:ext>
            </a:extLst>
          </p:cNvPr>
          <p:cNvSpPr/>
          <p:nvPr/>
        </p:nvSpPr>
        <p:spPr>
          <a:xfrm>
            <a:off x="679542" y="3294850"/>
            <a:ext cx="2871377" cy="4700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7C1D129-82AC-6380-E221-D3433C386A9A}"/>
              </a:ext>
            </a:extLst>
          </p:cNvPr>
          <p:cNvSpPr txBox="1">
            <a:spLocks/>
          </p:cNvSpPr>
          <p:nvPr/>
        </p:nvSpPr>
        <p:spPr>
          <a:xfrm>
            <a:off x="4620280" y="1793877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arenR"/>
            </a:pPr>
            <a:r>
              <a:rPr lang="en-HK"/>
              <a:t>Login to SIS</a:t>
            </a:r>
          </a:p>
          <a:p>
            <a:pPr marL="514350" indent="-514350">
              <a:buFont typeface="+mj-lt"/>
              <a:buAutoNum type="arabicParenR"/>
            </a:pPr>
            <a:endParaRPr lang="en-HK"/>
          </a:p>
          <a:p>
            <a:pPr marL="514350" indent="-514350">
              <a:buFont typeface="+mj-lt"/>
              <a:buAutoNum type="arabicParenR"/>
            </a:pPr>
            <a:r>
              <a:rPr lang="en-HK"/>
              <a:t>Click “PRE-EXAMINATION ACTIVITIES”</a:t>
            </a:r>
            <a:endParaRPr lang="en-HK" sz="1600"/>
          </a:p>
          <a:p>
            <a:pPr marL="971550" lvl="1" indent="-514350">
              <a:buFont typeface="+mj-lt"/>
              <a:buAutoNum type="arabicParenR"/>
            </a:pPr>
            <a:endParaRPr lang="en-HK" sz="1200"/>
          </a:p>
          <a:p>
            <a:pPr marL="514350" indent="-514350">
              <a:buFont typeface="+mj-lt"/>
              <a:buAutoNum type="arabicParenR"/>
            </a:pPr>
            <a:r>
              <a:rPr lang="en-HK"/>
              <a:t>Click “Exam Marks Upload”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F83B9FE-C7CC-4CA3-7B86-10F29C13EDE2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>
            <a:off x="3497580" y="2034350"/>
            <a:ext cx="1122700" cy="1020342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4D54173-7026-B1D0-F45A-21356B13948C}"/>
              </a:ext>
            </a:extLst>
          </p:cNvPr>
          <p:cNvCxnSpPr>
            <a:cxnSpLocks/>
            <a:endCxn id="7" idx="3"/>
          </p:cNvCxnSpPr>
          <p:nvPr/>
        </p:nvCxnSpPr>
        <p:spPr>
          <a:xfrm rot="10800000">
            <a:off x="3550920" y="3529857"/>
            <a:ext cx="1016021" cy="605928"/>
          </a:xfrm>
          <a:prstGeom prst="bentConnector3">
            <a:avLst>
              <a:gd name="adj1" fmla="val 50000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1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E96F-02C3-F1F5-8265-02947D3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600784-00B3-B3C6-AAE5-73866669F0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20263" y="1338834"/>
            <a:ext cx="11351474" cy="2689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D8BB75-917D-9955-978F-A10DCE89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3: Upload to 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58627-4F5C-984A-13B5-9E8E46E04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926" y="4028162"/>
            <a:ext cx="10996068" cy="268932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4"/>
            </a:pPr>
            <a:r>
              <a:rPr lang="en-HK"/>
              <a:t>Select the Exam Session to upload</a:t>
            </a:r>
          </a:p>
          <a:p>
            <a:pPr marL="514350" indent="-514350">
              <a:buFont typeface="+mj-lt"/>
              <a:buAutoNum type="arabicParenR" startAt="4"/>
            </a:pPr>
            <a:endParaRPr lang="en-HK"/>
          </a:p>
          <a:p>
            <a:pPr marL="514350" indent="-514350">
              <a:buFont typeface="+mj-lt"/>
              <a:buAutoNum type="arabicParenR" startAt="4"/>
            </a:pPr>
            <a:r>
              <a:rPr lang="en-HK"/>
              <a:t>Select one Excel file from the exported folders in step 2 (7)</a:t>
            </a:r>
          </a:p>
          <a:p>
            <a:pPr marL="514350" indent="-514350">
              <a:buFont typeface="+mj-lt"/>
              <a:buAutoNum type="arabicParenR" startAt="4"/>
            </a:pPr>
            <a:endParaRPr lang="en-HK"/>
          </a:p>
          <a:p>
            <a:pPr marL="514350" indent="-514350">
              <a:buFont typeface="+mj-lt"/>
              <a:buAutoNum type="arabicParenR" startAt="4"/>
            </a:pPr>
            <a:r>
              <a:rPr lang="en-HK"/>
              <a:t>Press “Upload”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3BB11-1DFB-DF97-4BF4-5005CF3F9BDC}"/>
              </a:ext>
            </a:extLst>
          </p:cNvPr>
          <p:cNvSpPr/>
          <p:nvPr/>
        </p:nvSpPr>
        <p:spPr>
          <a:xfrm>
            <a:off x="5270015" y="3193993"/>
            <a:ext cx="446729" cy="4147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38303B-65B9-AC37-9AF9-6F02EB70B2B3}"/>
              </a:ext>
            </a:extLst>
          </p:cNvPr>
          <p:cNvSpPr/>
          <p:nvPr/>
        </p:nvSpPr>
        <p:spPr>
          <a:xfrm>
            <a:off x="2289224" y="2627556"/>
            <a:ext cx="3427521" cy="358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9416F-36EE-16F8-3B1E-DE83B6036C20}"/>
              </a:ext>
            </a:extLst>
          </p:cNvPr>
          <p:cNvSpPr/>
          <p:nvPr/>
        </p:nvSpPr>
        <p:spPr>
          <a:xfrm>
            <a:off x="10281764" y="3555797"/>
            <a:ext cx="879499" cy="41474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B4D3E-1003-0B2E-977E-834B0EB595E6}"/>
              </a:ext>
            </a:extLst>
          </p:cNvPr>
          <p:cNvSpPr txBox="1">
            <a:spLocks/>
          </p:cNvSpPr>
          <p:nvPr/>
        </p:nvSpPr>
        <p:spPr>
          <a:xfrm>
            <a:off x="5716744" y="2490093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7E456-1E9E-14CC-6358-F767017AEBF2}"/>
              </a:ext>
            </a:extLst>
          </p:cNvPr>
          <p:cNvSpPr txBox="1">
            <a:spLocks/>
          </p:cNvSpPr>
          <p:nvPr/>
        </p:nvSpPr>
        <p:spPr>
          <a:xfrm>
            <a:off x="5716744" y="3481692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50"/>
                </a:solidFill>
              </a:rPr>
              <a:t>(5)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00C2A4-C254-4868-F68D-E3507F7F0082}"/>
              </a:ext>
            </a:extLst>
          </p:cNvPr>
          <p:cNvSpPr txBox="1">
            <a:spLocks/>
          </p:cNvSpPr>
          <p:nvPr/>
        </p:nvSpPr>
        <p:spPr>
          <a:xfrm>
            <a:off x="11161263" y="3302203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B0F0"/>
                </a:solidFill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133433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90F3-6ADE-96BA-000B-10942861A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EF1AACA-5EEA-F8DB-8E12-02B5EBC1D0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199" y="1442658"/>
            <a:ext cx="7440261" cy="4068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6257E-9EB0-ABC6-C298-7A015FCC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3: Upload to 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032B5-EEE3-1C0E-DE04-A02122B51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926" y="5660904"/>
            <a:ext cx="10996068" cy="105658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7"/>
            </a:pPr>
            <a:r>
              <a:rPr lang="en-HK"/>
              <a:t>Check any error message need to fix, if no, press “Confirm”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F569AA-EC7F-431F-087A-5ADB40A35584}"/>
              </a:ext>
            </a:extLst>
          </p:cNvPr>
          <p:cNvSpPr/>
          <p:nvPr/>
        </p:nvSpPr>
        <p:spPr>
          <a:xfrm>
            <a:off x="6847529" y="5246158"/>
            <a:ext cx="579353" cy="34494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A0CB9-5968-3272-614E-EED2B08CC4FB}"/>
              </a:ext>
            </a:extLst>
          </p:cNvPr>
          <p:cNvSpPr txBox="1">
            <a:spLocks/>
          </p:cNvSpPr>
          <p:nvPr/>
        </p:nvSpPr>
        <p:spPr>
          <a:xfrm>
            <a:off x="6404008" y="5211797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154536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EEA6-2F11-C6C9-30E3-5B17916E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84392F-25B0-AC17-4D11-73B0A19FB8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55360" y="1720276"/>
            <a:ext cx="5181600" cy="17101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EEC59B-7A49-1439-9F9A-9ECEC361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Step 3: Upload to 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A13B0-91A6-125E-CBA7-7753ECBE1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0602" y="1720276"/>
            <a:ext cx="5064392" cy="401042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8"/>
            </a:pPr>
            <a:r>
              <a:rPr lang="en-HK"/>
              <a:t>Click “OK”</a:t>
            </a:r>
          </a:p>
          <a:p>
            <a:pPr marL="514350" indent="-514350">
              <a:buFont typeface="+mj-lt"/>
              <a:buAutoNum type="arabicParenR" startAt="8"/>
            </a:pPr>
            <a:endParaRPr lang="en-HK"/>
          </a:p>
          <a:p>
            <a:pPr marL="514350" indent="-514350">
              <a:buFont typeface="+mj-lt"/>
              <a:buAutoNum type="arabicParenR" startAt="8"/>
            </a:pPr>
            <a:r>
              <a:rPr lang="en-HK"/>
              <a:t>Successful message appear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F018D-4A69-F0F5-AFEA-D8B1D0D2B6B3}"/>
              </a:ext>
            </a:extLst>
          </p:cNvPr>
          <p:cNvSpPr/>
          <p:nvPr/>
        </p:nvSpPr>
        <p:spPr>
          <a:xfrm>
            <a:off x="4727890" y="2933826"/>
            <a:ext cx="521186" cy="34494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76E51-4445-AF9A-5A85-E48C6CCF24AE}"/>
              </a:ext>
            </a:extLst>
          </p:cNvPr>
          <p:cNvSpPr txBox="1">
            <a:spLocks/>
          </p:cNvSpPr>
          <p:nvPr/>
        </p:nvSpPr>
        <p:spPr>
          <a:xfrm>
            <a:off x="4284370" y="2933826"/>
            <a:ext cx="4435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>
                <a:solidFill>
                  <a:srgbClr val="002060"/>
                </a:solidFill>
              </a:rPr>
              <a:t>(8)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4738FF-49BE-8CB6-DBEA-350206E25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526" y="3585896"/>
            <a:ext cx="2921150" cy="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5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Exam Marks Upload Convertor - User Guide</vt:lpstr>
      <vt:lpstr>Step 1: Open the Folder</vt:lpstr>
      <vt:lpstr>Step 1: Open the Folder</vt:lpstr>
      <vt:lpstr>Step 1: Open the Folder</vt:lpstr>
      <vt:lpstr>Step 2: Run the program</vt:lpstr>
      <vt:lpstr>Step 2: Run the program</vt:lpstr>
      <vt:lpstr>Step 2: Run the program</vt:lpstr>
      <vt:lpstr>Step 2: Run the program</vt:lpstr>
      <vt:lpstr>Step 3: Upload to SIS</vt:lpstr>
      <vt:lpstr>Step 3: Upload to SIS</vt:lpstr>
      <vt:lpstr>Step 3: Upload to SIS</vt:lpstr>
      <vt:lpstr>Step 3: Upload to 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Angus Moo</dc:creator>
  <cp:revision>1</cp:revision>
  <dcterms:created xsi:type="dcterms:W3CDTF">2025-12-01T01:12:35Z</dcterms:created>
  <dcterms:modified xsi:type="dcterms:W3CDTF">2026-03-02T10:02:15Z</dcterms:modified>
</cp:coreProperties>
</file>